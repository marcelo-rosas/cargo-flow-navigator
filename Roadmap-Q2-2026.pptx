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097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 Navigator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Q2 2026 (Abr-Jun)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301752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Cotações + Buonny | UX/Design Focus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Vectra Cargo | Março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Overview Estratégico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377440" cy="274320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inteligente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+ operacional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Abr-Mai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2377440" cy="274320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0040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UX/Design intuitivo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rápidas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Abr-Mai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097280"/>
            <a:ext cx="2377440" cy="274320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6072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7607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Buonny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seguros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simplificado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Mai-Jun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7498080" cy="109728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96351" y="4049737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Métrica Principal: User Satisfaction + Conversion Rate de Cotações + Tempo Médio de Fluxo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 Navigator | Q2 2026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SPRINT 1 - ABRIL | Audit +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+ IA Discovery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Audit UI/UX da Cotação (QuoteForm → Kanban)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Identificar friction points &amp; redesign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IA: Mapear workflows para automação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Estabelecer baseline de métricas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3612" y="875714"/>
            <a:ext cx="3474720" cy="3474720"/>
          </a:xfrm>
          <a:prstGeom prst="roundRect">
            <a:avLst/>
          </a:prstGeom>
          <a:solidFill>
            <a:srgbClr val="E8F7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DELIVERABLES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specs (antes/depois)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 updates (shadcn/ui)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diagram (IA)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metrics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Priorização RICE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7772400" cy="411480"/>
          </a:xfrm>
          <a:prstGeom prst="rect">
            <a:avLst/>
          </a:prstGeom>
          <a:solidFill>
            <a:srgbClr val="E8F7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624818" y="437857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ESTIMATIVA: 2-3 semanas | 👥 Capacity: Design Review + PM + Dev Junior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 Navigator | Q2 2026 Roadmap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SPRINT 2 - MAIO | Build + Integração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v2.0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Implementar redesign QuoteForm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Melhorar Kanban visual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E2E tests (Playwright)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Workers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463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Auto-approval (cotação low-risk)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Auto-order creation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WhatsApp notifications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Buonny Phase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463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Edge Function: lookup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Mock UI (insurances)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1" y="2665126"/>
            <a:ext cx="7772400" cy="212211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14401" y="2875437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FOCO: Implementar redesign de cotação + IA auto-approval + Buonny lookup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1" y="3241197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ENTREGÁVEIS: Código React atualizado | Edge Functions | E2E tests | API 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1" y="3606957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ESTIMATIVA: 3-4 semanas | 👥 Capacity: Dev + PM + QA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216089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DEPENDÊNCIA: Buonny API disponível na primeira semana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 Navigator | Q2 2026 Roadmap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SPRINT 3 - JUNHO | Polish +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772400" cy="91440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v2.0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98542" y="10515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• Performance opt. • User docs • Deploy prod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772400" cy="91440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Orchestration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98542" y="23088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2 workers • Monitoring/Logs • Error handling • Runbook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23260"/>
            <a:ext cx="7772400" cy="914400"/>
          </a:xfrm>
          <a:prstGeom prst="roundRect">
            <a:avLst/>
          </a:prstGeom>
          <a:solidFill>
            <a:srgbClr val="E8F7F5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525715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Buonny Deploy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3604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completa • Integr. frete • E2E tests • Prod launch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02955"/>
            <a:ext cx="7772400" cy="703385"/>
          </a:xfrm>
          <a:prstGeom prst="rect">
            <a:avLst/>
          </a:prstGeom>
          <a:solidFill>
            <a:srgbClr val="E8F7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31520" y="4332849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MÉTRICAS FINAIS (antes vs depois)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38589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Tempo cotação: -20% | ✅ Taxa aprovação: +10% | 📉 Taxa abandono: -15% | 😊 NPS UX: +5 pontos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 Navigator | Q2 2026 Roadmap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Timeline - Q2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50876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85216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50876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74652" y="1659284"/>
            <a:ext cx="3094892" cy="731520"/>
          </a:xfrm>
          <a:prstGeom prst="round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57532" y="17964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72861" y="2612370"/>
            <a:ext cx="3798277" cy="731520"/>
          </a:xfrm>
          <a:prstGeom prst="round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186332" y="275551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Integ.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3565456"/>
            <a:ext cx="4375052" cy="731520"/>
          </a:xfrm>
          <a:prstGeom prst="round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635304" y="37107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Deploy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3810" y="464972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Delivered | 🔄 In Progress | ⏳ Planned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 Navigator | Q2 2026 Roadmap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Riscos &amp; Dependências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Buonny API delays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5120640" cy="6400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9184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Mitigação: Mock API ready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73152" cy="64008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devs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057400"/>
            <a:ext cx="5120640" cy="6400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Mitigação: Usar Lovable/Cursor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hallucinations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2926080"/>
            <a:ext cx="5120640" cy="6400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291840" y="3063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Mitigação: Validação dupla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73152" cy="6400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não impacta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3794760"/>
            <a:ext cx="5120640" cy="6400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29184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Mitigação: A/B testing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309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 Navigator | Q2 2026 Roadmap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388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</a:t>
            </a: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88720" y="1691640"/>
            <a:ext cx="6400800" cy="640080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463040" y="1828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Aprovação do Roadmap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468880"/>
            <a:ext cx="6400800" cy="640080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463040" y="26060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Kickoff com time (Sprint 1 goals)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6400800" cy="640080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63040" y="3383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Setup de métricas (baseline)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4023360"/>
            <a:ext cx="6400800" cy="640080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63040" y="41605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Começar Audit UI/UX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começa: 1º de Abril | Duração: 3 semanas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536</Words>
  <Application>Microsoft Office PowerPoint</Application>
  <PresentationFormat>Apresentação na tela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Rosas</cp:lastModifiedBy>
  <cp:revision>2</cp:revision>
  <dcterms:created xsi:type="dcterms:W3CDTF">2026-03-17T14:15:49Z</dcterms:created>
  <dcterms:modified xsi:type="dcterms:W3CDTF">2026-03-17T14:26:49Z</dcterms:modified>
</cp:coreProperties>
</file>